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(2.6B hedef)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2.6B parametre hedef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dağıtım için SDK + CLI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İhtiyacı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için multi-GPU kredisi (A100/H100 sınıfı)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Aşamalı koşu: full 1MB gate → master run → benchmark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Çıktılar: checkpoint, log, eval sonuçları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Pazara Çıkış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ekipler için offline PoC (savunma/hukuk/finans)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haftalık pilot, net başarı kriterleriyle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sonrası: ücretli dağıtım + destek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2.6B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demo video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2026-02-04T23:27:50Z</dcterms:created>
  <dcterms:modified xsi:type="dcterms:W3CDTF">2026-02-04T23:27:50Z</dcterms:modified>
</cp:coreProperties>
</file>