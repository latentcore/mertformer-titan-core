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kodlama modeli (2.6B hedef)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doğrulanmış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Offline-öncelikli, mobil compute odaklı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Bulut AI düzenlemeli işlerde pahalı ve yavaş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Gizlilik ve veri egemenliği zor garanti edilir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Gecikme, gerçek zamanlı cihaz‑içi kodlamayı engeller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Çözüm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BitNet 1.58‑bit kuantizasyon ile cihaz‑içi çıkarım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ile stabil ve verimli yönlendirme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 için optimize uzun bağlam dikkat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Ürün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Kodlama için 2.6B parametre hedef model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Mobil sınıf donanımda offline çalışma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Reproducibility gate’leriyle güvenlik‑öncelik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Mimari Öne Çıkanlar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dikkat ile uzun bağlam hazırlığı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Zaman‑bağımlı yönlendirmeli seyrek MoE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Güvenlik &amp; Dayanıklılık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Non‑finite olaylar için kill‑switch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ve pivot tetikleyiciler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 ve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Değerlendirme Planı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seti (50 prompt)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çıktı üretimi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donanımında 1MB overfit gate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İhtiyacı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için multi-GPU kredisi (A100/H100 sınıfı)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Aşamalı koşu: full 1MB gate → master run → benchmark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Çıktılar: checkpoint, log, eval sonuçları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Pazara Çıkış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ekipler için offline PoC (savunma/hukuk/finans)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haftalık pilot, net başarı kriterleriyle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sonrası: ücretli dağıtım + destek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Pazar &amp; Kullanım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Düzenlemeli kurumlar ve savunma iş akışları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Düşük bağlantı bölgelerinde cihaz‑içi yardımcılar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Veri kontrolü olan özel inference stack’leri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Yol Haritası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Telemetri gate’leri ile 2.6B master run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doğrulama + pilot dağıtımlar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Lansman için asset stack + demo video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Talep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 coding pilot ortakları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Eğitim koşuları için altyapı kredisi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Dağıtım doğrulaması için stratejik danışmanlar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Gizli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2026-02-04T01:45:41Z</dcterms:created>
  <dcterms:modified xsi:type="dcterms:W3CDTF">2026-02-04T01:45:41Z</dcterms:modified>
</cp:coreProperties>
</file>