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(2.6B hedef)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2.6B parametre hedef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2.6B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demo video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2026-02-03T20:41:03Z</dcterms:created>
  <dcterms:modified xsi:type="dcterms:W3CDTF">2026-02-03T20:41:03Z</dcterms:modified>
</cp:coreProperties>
</file>