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(2.64B tasarım hedefi)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Mevcut build runtime toplamı: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2.64B tasarım hedefli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dağıtım için SDK + CLI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İhtiyacı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için multi-GPU kredisi (A100/H100 sınıfı)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Aşamalı koşu: full 1MB gate → master run → benchmark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Çıktılar: checkpoint, log, eval sonuçları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Pazara Çıkış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ekipler için offline PoC (savunma/hukuk/finans)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haftalık pilot, net başarı kriterleriyle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sonrası: ücretli dağıtım + destek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2.64B tasarım hedefli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materyaller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aktif (global/sahne kapsamı)</a:t>
            </a:r>
          </a:p>
          <a:p>
            <a:pPr/>
            <a:r>
              <a:t>MoE paralel dispatch yolu (sequential fallback korunur)</a:t>
            </a:r>
          </a:p>
          <a:p>
            <a:pPr/>
            <a:r>
              <a:t>Liquid/CfC fast-path opt-in (verimlilik)</a:t>
            </a:r>
          </a:p>
          <a:p>
            <a:pPr/>
            <a:r>
              <a:t>Eğitim kapıları + SOP kanıtları güçlendirildi</a:t>
            </a:r>
          </a:p>
          <a:p>
            <a:pPr/>
            <a:r>
              <a:t>İddia sınırı aynı (eğitim öncesi, benchmark yok)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2026-03-05T21:18:29Z</dcterms:created>
  <dcterms:modified xsi:type="dcterms:W3CDTF">2026-03-05T21:18:29Z</dcterms:modified>
</cp:coreProperties>
</file>