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</p:presentation>
</file>

<file path=ppt/_rels/presentation.xml.rels><?xml version="1.0" encoding="UTF-8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/Relationship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MertFormer Titan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Edge-native kodlama modeli (2.64B tasarım hedefi)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Mevcut build runtime toplamı: ~3.70B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Operator-mode doğrulanmış pipeline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Offline-öncelikli, mobil compute odaklı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Problem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Bulut AI düzenlemeli işlerde pahalı ve yavaş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Gizlilik ve veri egemenliği zor garanti edilir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Gecikme, gerçek zamanlı cihaz‑içi kodlamayı engeller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Çözüm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BitNet 1.58‑bit kuantizasyon ile cihaz‑içi çıkarım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LiquidRouter MoE ile stabil ve verimli yönlendirme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Kod için optimize uzun bağlam dikkat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Ürün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Kodlama için 2.64B tasarım hedefli model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Mobil sınıf donanımda offline çalışma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Reproducibility gate’leriyle güvenlik‑öncelik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Edge dağıtım için SDK + CLI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Mimari Öne Çıkanlar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BitLinear + Liquid Neural Networks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MLA dikkat ile uzun bağlam hazırlığı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Zaman‑bağımlı yönlendirmeli seyrek MoE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Güvenlik &amp; Dayanıklılık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Non‑finite olaylar için kill‑switch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Failure budget ve pivot tetikleyiciler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Checkpoint restore drill ve reproducibility stamp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Değerlendirme Planı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Golden sample seti (50 prompt)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HumanEval/MBPP çıktı üretimi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Eğitim donanımında 1MB overfit gate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Compute İhtiyacı &amp; Plan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Master run için multi-GPU kredisi (A100/H100 sınıfı)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Aşamalı koşu: full 1MB gate → master run → benchmark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Çıktılar: checkpoint, log, eval sonuçları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Pilot / Pazara Çıkış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Düzenlemeli ekipler için offline PoC (savunma/hukuk/finans)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2–4 haftalık pilot, net başarı kriterleriyle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Pilot sonrası: ücretli dağıtım + destek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Pazar &amp; Kullanım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Düzenlemeli kurumlar ve savunma iş akışları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Düşük bağlantı bölgelerinde cihaz‑içi yardımcılar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Veri kontrolü olan özel inference stack’leri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Yol Haritası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Telemetri gate’leri ile 2.64B tasarım hedefli master run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Benchmark doğrulama + pilot dağıtımlar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Lansman için asset stack + materyaller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Accent"/>
          <p:cNvSpPr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 txBox="1"/>
          <p:nvPr/>
        </p:nvSpPr>
        <p:spPr>
          <a:xfrm>
            <a:off x="457200" y="228600"/>
            <a:ext cx="8229600" cy="6858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3600" b="1">
                <a:solidFill>
                  <a:srgbClr val="7DD3FC"/>
                </a:solidFill>
              </a:rPr>
              <a:t>Talep</a:t>
            </a:r>
            <a:endParaRPr sz="3600"/>
          </a:p>
        </p:txBody>
      </p:sp>
      <p:sp>
        <p:nvSpPr>
          <p:cNvPr id="5" name="Body"/>
          <p:cNvSpPr txBox="1"/>
          <p:nvPr/>
        </p:nvSpPr>
        <p:spPr>
          <a:xfrm>
            <a:off x="685800" y="1200000"/>
            <a:ext cx="7772400" cy="3200000"/>
          </a:xfrm>
          <a:prstGeom prst="rect">
            <a:avLst/>
          </a:prstGeom>
        </p:spPr>
        <p:txBody>
          <a:bodyPr wrap="square"/>
          <a:lstStyle/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Edge coding pilot ortakları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Eğitim koşuları için altyapı kredisi</a:t>
            </a:r>
            <a:endParaRPr sz="2400"/>
          </a:p>
          <a:p>
            <a:pPr>
              <a:buChar char="•"/>
            </a:pPr>
            <a:r>
              <a:rPr sz="2400">
                <a:solidFill>
                  <a:srgbClr val="E2E8F0"/>
                </a:solidFill>
              </a:rPr>
              <a:t>Dağıtım doğrulaması için stratejik danışmanlar</a:t>
            </a:r>
            <a:endParaRPr sz="2400"/>
          </a:p>
        </p:txBody>
      </p:sp>
      <p:sp>
        <p:nvSpPr>
          <p:cNvPr id="6" name="Footer"/>
          <p:cNvSpPr txBox="1"/>
          <p:nvPr/>
        </p:nvSpPr>
        <p:spPr>
          <a:xfrm>
            <a:off x="457200" y="4700000"/>
            <a:ext cx="8229600" cy="30000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400">
                <a:solidFill>
                  <a:srgbClr val="94A3B8"/>
                </a:solidFill>
              </a:rPr>
              <a:t>Gizli — MertFormer Titan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tFormer Theme">
  <a:themeElements>
    <a:clrScheme name="MertFormer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2D3EE"/>
      </a:accent1>
      <a:accent2>
        <a:srgbClr val="7DD3FC"/>
      </a:accent2>
      <a:accent3>
        <a:srgbClr val="94A3B8"/>
      </a:accent3>
      <a:accent4>
        <a:srgbClr val="38BDF8"/>
      </a:accent4>
      <a:accent5>
        <a:srgbClr val="0EA5E9"/>
      </a:accent5>
      <a:accent6>
        <a:srgbClr val="22C55E"/>
      </a:accent6>
      <a:hlink>
        <a:srgbClr val="0EA5E9"/>
      </a:hlink>
      <a:folHlink>
        <a:srgbClr val="64748B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MertFormer Deck Builder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MertFormer Titan Investor Deck</dc:title>
  <dc:creator>MertFormer</dc:creator>
  <cp:lastModifiedBy>MertFormer</cp:lastModifiedBy>
  <dcterms:created xsi:type="dcterms:W3CDTF">2026-03-05T21:18:29Z</dcterms:created>
  <dcterms:modified xsi:type="dcterms:W3CDTF">2026-03-05T21:18:29Z</dcterms:modified>
</cp:coreProperties>
</file>