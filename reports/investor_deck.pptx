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</p:presentation>
</file>

<file path=ppt/_rels/presentation.xml.rels><?xml version="1.0" encoding="UTF-8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/Relationships>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0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MertFormer Titan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Edge-native coding model (2.64B design target)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Current build runtime total: ~3.70B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Operator-mode verified pipeline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Offline-first, mobile compute focus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Problem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Cloud AI is costly and slow for regulated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Privacy and data sovereignty are hard to guarantee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Latency blocks real-time, on-device coding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Solution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On-device inference with BitNet 1.58-bit quantization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LiquidRouter MoE for stable, efficient routing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Long-context attention optimized for code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Product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2.64B design-target model for coding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 operation on mobile-class hardware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Security-first with reproducibility gates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SDK + CLI for edge deployments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Architecture Highlights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BitLinear + Liquid Neural Networks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MLA attention with long-context readiness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Sparse MoE with temporal routing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Safety &amp; Reliability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Kill-switch for non-finite stability events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Failure budget and pivot triggers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Checkpoint restore drills and reproducibility stamp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Evaluation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Golden sample suite (50 prompts)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HumanEval/MBPP output generation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Full 1MB overfit gate on training hardware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Compute Need &amp;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Multi-GPU credits for master run (A100/H100 class)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Phased run: full 1MB gate → master run → benchmarks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Deliverables: checkpoints, logs, eval outputs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Pilot / Go-to-Market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 PoC for regulated teams (defense/legal/finance)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2–4 week pilot with clear success criteria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Post‑pilot: paid deployments + support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Market &amp; Use Cases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Regulated enterprises and defense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On-device copilots for low-connectivity regions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Private inference stacks with data control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Roadmap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Master run (2.64B design target) with telemetry gates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Benchmark validation + pilot deployments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Asset stack + launch materials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Ask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Pilot partners for edge coding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Infrastructure credits for training runs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Strategic advisors for deployment validation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tFormer Theme">
  <a:themeElements>
    <a:clrScheme name="MertFormer">
      <a:dk1>
        <a:srgbClr val="000000"/>
      </a:dk1>
      <a:lt1>
        <a:srgbClr val="FFFFFF"/>
      </a:lt1>
      <a:dk2>
        <a:srgbClr val="1E293B"/>
      </a:dk2>
      <a:lt2>
        <a:srgbClr val="E2E8F0"/>
      </a:lt2>
      <a:accent1>
        <a:srgbClr val="22D3EE"/>
      </a:accent1>
      <a:accent2>
        <a:srgbClr val="7DD3FC"/>
      </a:accent2>
      <a:accent3>
        <a:srgbClr val="94A3B8"/>
      </a:accent3>
      <a:accent4>
        <a:srgbClr val="38BDF8"/>
      </a:accent4>
      <a:accent5>
        <a:srgbClr val="0EA5E9"/>
      </a:accent5>
      <a:accent6>
        <a:srgbClr val="22C55E"/>
      </a:accent6>
      <a:hlink>
        <a:srgbClr val="0EA5E9"/>
      </a:hlink>
      <a:folHlink>
        <a:srgbClr val="64748B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/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MertFormer Deck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MertFormer Titan Investor Deck</dc:title>
  <dc:creator>MertFormer</dc:creator>
  <cp:lastModifiedBy>MertFormer</cp:lastModifiedBy>
  <dcterms:created xsi:type="dcterms:W3CDTF">2026-03-05T21:18:29Z</dcterms:created>
  <dcterms:modified xsi:type="dcterms:W3CDTF">2026-03-05T21:18:29Z</dcterms:modified>
</cp:coreProperties>
</file>