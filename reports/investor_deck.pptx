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coding model (2.64B design target)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Current build runtime total: ~3.70B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verified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Offline-first, mobile compute focus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Cloud AI is costly and slow for regulated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Privacy and data sovereignty are hard to guarantee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Latency blocks real-time, on-device coding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Solution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inference with BitNet 1.58-bit quantization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for stable, efficient routing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Long-context attention optimized for code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Product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2.64B design-target model for coding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operation on mobile-class hardware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Security-first with reproducibility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SDK + CLI for edge deployments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Architecture Highlights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attention with long-context readiness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Sparse MoE with temporal routing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Safety &amp; Reliability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Kill-switch for non-finite stability events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and pivot triggers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drills and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Evaluation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suite (50 prompts)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output generation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Full 1MB overfit gate on training hardware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Need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Multi-GPU credits for master run (A100/H100 class)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Phased run: full 1MB gate → master run → benchmarks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Deliverables: checkpoints, logs, eval outputs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Go-to-Market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PoC for regulated teams (defense/legal/finance)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week pilot with clear success criteria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Post‑pilot: paid deployments + support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Market &amp; Use Cases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Regulated enterprises and defense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copilots for low-connectivity regions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Private inference stacks with data control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Roadmap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(2.64B design target) with telemetry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validation + pilot deployments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Asset stack + launch materials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Ask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partners for edge coding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Infrastructure credits for training runs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Strategic advisors for deployment validation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Dedup pipeline enabled (global/stage scope)</a:t>
            </a:r>
          </a:p>
          <a:p>
            <a:pPr/>
            <a:r>
              <a:t>MoE parallel dispatch path (sequential fallback retained)</a:t>
            </a:r>
          </a:p>
          <a:p>
            <a:pPr/>
            <a:r>
              <a:t>Liquid/CfC fast-path opt-in for runtime efficiency</a:t>
            </a:r>
          </a:p>
          <a:p>
            <a:pPr/>
            <a:r>
              <a:t>Training gates + SOP evidence hardened</a:t>
            </a:r>
          </a:p>
          <a:p>
            <a:pPr/>
            <a:r>
              <a:t>Claim boundary unchanged (pre-training, no benchmark claims)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2026-03-05T21:18:29Z</dcterms:created>
  <dcterms:modified xsi:type="dcterms:W3CDTF">2026-03-05T21:18:29Z</dcterms:modified>
</cp:coreProperties>
</file>